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260" r:id="rId9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4702"/>
  </p:normalViewPr>
  <p:slideViewPr>
    <p:cSldViewPr snapToGrid="0" snapToObjects="1">
      <p:cViewPr varScale="1">
        <p:scale>
          <a:sx n="204" d="100"/>
          <a:sy n="204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personal, del curso y del caso conductor.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PRESENTACIÓN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“Diseño de Bases de Geodatos · Ingeniería Civil en Territorio y Medioambiente”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2º semestre 2026 · Semana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1. Identificación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2103120" cy="452628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1920240" cy="1463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14504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Diseño de Bases de Geodatos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8759952" cy="452628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83210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Datos generales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Ingeniería Civil en Territorio y Medioambiente, nivel 3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5 créditos SCT · T-E-L 2-0-4 · 5 h de trabajo autónomo semanal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Requisitos: 14501 Geotecnologías · 10145 Fundamentos de Programación para Ingeniería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Período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17 semanas: 21 de septiembre de 2026 al 15 de enero de 2027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Período lectivo oficial VRA hasta el 16 de enero de 2027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Contacto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Ignacio Yáñez Henríquez · ignacio.yanez.h@usach.cl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Material del curso en el repositorio GitHub DBG_2s_2026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Idea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828800"/>
            <a:ext cx="10863072" cy="329184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9966960" cy="2011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7A7A"/>
                </a:solidFill>
                <a:latin typeface="Calibri"/>
              </a:rPr>
              <a:t>Implementar una base de geodatos relacional para un problema territorial o medioambiental, desde los requerimientos hasta las consultas espaciales.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99669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676E"/>
                </a:solidFill>
                <a:latin typeface="Calibri"/>
              </a:rPr>
              <a:t>Resultado de aprendizaje general: con criterios de integridad, interoperabilidad, trazabilidad y eficiencia.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2. Unidades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U1 · Modelar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Semanas 1–5. Caso clásico: requerimientos, modelo conceptual y del espacio (ISO 19109), ER/EER y 3FN.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8798" y="141732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81678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1678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7166" y="158191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U2 · Implementar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1678" y="214884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Semanas 6–9. SQL en PostgreSQL y PostGIS: caso clásico y, desde la semana 8, el caso territorial.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1716" y="141732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4596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4596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0084" y="158191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U3 · Espacializar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14884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Semanas 10–13. Geodatabase y geoprocesos (Módulo G) contrastados con PostGIS; estándares OGC e ISO.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4634" y="1417320"/>
            <a:ext cx="2544318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27513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7513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3002" y="1581912"/>
            <a:ext cx="1721358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U4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7513" y="2148840"/>
            <a:ext cx="2178558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Semanas 14–17. SQL espacial contrastado con los geoprocesos, mapa final y proyecto integrador.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3. Cómo está pensado 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Primero la base, después el mapa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Caso clásico primero; la geometría entra en la semana 7, el territorio en la 8 y el mapa al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1716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4596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4596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0084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Geoprocesos antes de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Buffer, clip, intersect, dissolve y spatial join en ArcGIS Pro, luego en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Geodatabase ↔ PostGIS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Cada concepto se contrasta: dominios, subtipos, relationship classes, topología.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71716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54596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4596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0084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Semanas autónomas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4596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12–16 oct, 26–30 oct y 7–11 dic: labs guiados con entregables verificables.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4. Calendario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784"/>
                <a:gridCol w="1520830"/>
                <a:gridCol w="6735104"/>
                <a:gridCol w="1955352"/>
              </a:tblGrid>
              <a:tr h="32918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Sem.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Fechas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21–25 sep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SGBD, niveles de abstracción, esquema e instancia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Diagnóstica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28 sep–2 oct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Presentaciones de los estudiantes: modelado conceptual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Hito P0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5–9 oct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Requerimientos, modelado del espacio (ISO 19109/19110), modelo ER y lógico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12–16 oct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Sin clase presencial: Lab autónomo C (modelo relacional y 3FN)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C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19–23 oct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EER y FNBC · instalación de PostgreSQL y PostGIS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Control 1 · P1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26–30 oct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Sin clase presencial: Lab autónomo A (implementar el esquema)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2–6 nov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DDL, dominios, DML y carga · de latitud y longitud a geometría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9–13 nov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Consultas y JOIN · entra el caso territorial (parte relacional)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8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16–20 nov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Vistas, transacciones y roles · PostGIS sobre el caso territorial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Control 2 · P2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4. Calendario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784"/>
                <a:gridCol w="1520830"/>
                <a:gridCol w="6735104"/>
                <a:gridCol w="19553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Sem.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Fechas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23–27 nov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ArcGIS Pro I: geodatabase del caso y conexión a PostGIS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30 nov–4 dic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Geoprocesos y su SQL equivalente · ArcGIS Pro II y ModelBuilder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11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7–11 dic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Sin clase presencial: Lab autónomo B (geoprocesos del caso)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Lab 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14–18 dic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SQL espacial, calidad e índices GiST · cierre práctico el 15 dic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Control 3 · P3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21–24 dic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Cátedra de cierre U3–U4 y asesoría de proyecto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28 dic–1 ene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Receso navidad y año nuevo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4–8 ene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Asesorías de proyecto y publicación de resultados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Prueba · P4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11–15 ene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Defensas del proyecto integrador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E3A40"/>
                          </a:solidFill>
                          <a:latin typeface="Calibri"/>
                        </a:rPr>
                        <a:t>Proyecto final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5. Evaluación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4150"/>
                <a:gridCol w="1629460"/>
                <a:gridCol w="16294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Ponderación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Controles 1, 2 y 3 (individuales)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5, 9, 13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Laboratorios C, A, 7, 8, 10, 11 y B (se elimina la nota más baja)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4–12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Prueba individual integradora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Proyecto integrador: hitos 10 %, informe 10 %, defensa 10 %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2–17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3A40"/>
                          </a:solidFill>
                          <a:latin typeface="Calibri"/>
                        </a:rPr>
                        <a:t>Condición:</a:t>
                      </a:r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 promedio de controles y prueba ≥ 4,0 para aprobar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6. Herramientas y repositorio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5312664" cy="54864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417320"/>
            <a:ext cx="5312664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Software del curso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965960"/>
            <a:ext cx="5312664" cy="3977639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03120"/>
            <a:ext cx="4937760" cy="3749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PostgreSQL 16 + PostGIS 3.4 y pgAdmin 4 (instalación en la semana 5)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ArcGIS Pro con licencia académica (desde la semana 10)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draw.io para diagramas ER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Git y GitHub: un repositorio por equipo con DECISIONES.md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6288" y="1417320"/>
            <a:ext cx="5312664" cy="548640"/>
          </a:xfrm>
          <a:prstGeom prst="rect">
            <a:avLst/>
          </a:prstGeom>
          <a:solidFill>
            <a:srgbClr val="EA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417320"/>
            <a:ext cx="5312664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Repositorio DBG_2s_2026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65960"/>
            <a:ext cx="5312664" cy="3977639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2103120"/>
            <a:ext cx="4937760" cy="3749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Cátedra: presentaciones por unidad y bibliografía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Laboratorio: guías, labs autónomos, scripts SQL y datos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Proyecto: enunciado, hitos y rúbricas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Actualizar cada semana con git pull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7. Proyecto integrador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Equipos de 3–4 personas, un problema territorial real (cuencas, zonas de sacrificio…) y un cliente institucional (SENAPRED, municipio, CONAF, DGA…).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P0 · 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Ficha del caso, cliente y preguntas de negocio.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912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8516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516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P1 · S5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516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660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Reglas, catálogo de entidades, ER/EER y 3FN.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8840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444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444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P2 · S9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44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588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Esquema en PostGIS y banco de consultas.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4768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P3 · S13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Geodatabase, geoprocesos y datos en PostGIS validados.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0696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6300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00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P4 · S16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00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444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Consultas espaciales, contraste y mapa.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66248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22280" y="2240280"/>
            <a:ext cx="1566672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22280" y="2240280"/>
            <a:ext cx="1566672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Defensa · S17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22280" y="3063240"/>
            <a:ext cx="1566672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13720" y="3154680"/>
            <a:ext cx="138379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Informe, demo en vivo y preguntas individuales.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PRESENTACIÓN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“Diseño de Bases de Geodatos · Ingeniería Civil en Territorio y Medioambiente”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2º semestre 2026 · Semana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1_Tema de Office</vt:lpstr>
      <vt:lpstr>2_Tema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Daniel Rodriguez</cp:lastModifiedBy>
  <cp:revision>7</cp:revision>
  <dcterms:created xsi:type="dcterms:W3CDTF">2022-08-26T15:29:11Z</dcterms:created>
  <dcterms:modified xsi:type="dcterms:W3CDTF">2023-03-09T19:51:40Z</dcterms:modified>
</cp:coreProperties>
</file>